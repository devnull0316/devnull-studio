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80dc2105-91a0-f52a-a063-fd4a18e1f1db}">
          <p14:sldIdLst>
            <p14:sldId id="256"/>
          </p14:sldIdLst>
        </p14:section>
        <p14:section name="プラン概要" id="{2c9ccdfa-9c5b-f35d-cdf8-6b6cdb3ed88e}">
          <p14:sldIdLst>
            <p14:sldId id="257"/>
          </p14:sldIdLst>
        </p14:section>
        <p14:section name="行程表" id="{031be19f-b383-ac32-4340-96cf7436337a}">
          <p14:sldIdLst>
            <p14:sldId id="258"/>
          </p14:sldIdLst>
        </p14:section>
        <p14:section name="観光地の紹介" id="{29131159-9899-8df5-66c3-766f5e729f12}">
          <p14:sldIdLst>
            <p14:sldId id="259"/>
            <p14:sldId id="260"/>
            <p14:sldId id="261"/>
          </p14:sldIdLst>
        </p14:section>
        <p14:section name="宿泊・予算" id="{1ff94096-a5f5-b387-d53e-8aee18281eff}">
          <p14:sldIdLst>
            <p14:sldId id="262"/>
            <p14:sldId id="263"/>
          </p14:sldIdLst>
        </p14:section>
        <p14:section name="まとめ" id="{c2427fbc-94d0-b6cf-348c-a874b5e49ef5}">
          <p14:sldIdLst>
            <p14:sldId id="264"/>
          </p14:sldIdLst>
        </p14:section>
        <p14:section name="写真出典" id="{62b3a9f0-48d1-b65a-53ed-ded041d37c1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みなさん、こんにちは。旅行代理店の〇〇です。
本日は、ご依頼いただいた卒業旅行のプランをご提案します。行き先は春の京都と大阪、2泊3日のプランです。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日程は令和8年3月10日から12日まで。友人グループ4名で、費用は1人約6万5千円です。
移動は新幹線のぞみを使います。博多から京都まで乗り換えなしで約2時間40分なので、疲れにくいです。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1日目は朝8時に博多を出発し、京都の名所をめぐって、夜は大阪の道頓堀へ。
2日目は1日たっぷりUSJ。
3日目は大阪城と新世界を観光し、18時10分に博多へ戻ります。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京都では、朱色の千本鳥居が続く伏見稲荷大社、食べ歩きが楽しい錦市場、そして清水の舞台で有名な清水寺をめぐります。写真映えするスポットばかりです。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2日目はUSJです。マリオの世界に入りこめるスーパー・ニンテンドー・ワールドや、ハリー・ポッターのエリアを楽しみます。
3月の平日なので、比較的すいているのもポイントです。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大阪では、道頓堀でたこ焼きやお好み焼きを味わい、3日目は大阪城の天守閣から街を見わたします。お昼は新世界で名物の串カツを食べます。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ホテルは、なんば駅から徒歩5分のシティホテルに2泊します。4人1室、朝食付きで1人1泊約6千円です。
2泊とも同じホテルなので、荷物を持ち歩く必要もありません。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予算は1人あたり約6万5千円です。いちばん大きいのは新幹線の往復で約2万8千5百円です。
学割で乗車券を2割引きにし、4人1室にすることで、高校生でも出せる金額におさえました。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このプランのおすすめは3つです。
1つ目、京都・大阪・USJを一度に満喫できること。2つ目、約6万5千円と高校生にもやさしい費用であること。3つ目、新幹線で乗り換えなしの、移動がラクなプランであることです。
ぜひこのプランで、最高の卒業旅行にしましょう。ご清聴ありがとうございました。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FUL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title" descr="伏見稲荷大社の千本鳥居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shade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bg1"/>
                </a:solidFill>
              </a:rPr>
              <a:t>卒業旅行プラン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春の京都・大阪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2泊3日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高校最後の春を、一生の思い出に。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令和8年3月10日（火）〜 12日（木）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旅行代理店　担当：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shinkansen" descr="東海道新幹線N700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9768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プランの概要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29768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行き先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21208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京都・大阪</a:t>
            </a:r>
            <a:endParaRPr lang="en-US" sz="1400" dirty="0"/>
          </a:p>
        </p:txBody>
      </p:sp>
      <p:sp>
        <p:nvSpPr>
          <p:cNvPr id="6" name="row rule 1"/>
          <p:cNvSpPr/>
          <p:nvPr/>
        </p:nvSpPr>
        <p:spPr>
          <a:xfrm>
            <a:off x="4297680" y="1527048"/>
            <a:ext cx="438912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9768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日程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3月10日（火）〜12日（木）2泊3日</a:t>
            </a:r>
            <a:endParaRPr lang="en-US" sz="1400" dirty="0"/>
          </a:p>
        </p:txBody>
      </p:sp>
      <p:sp>
        <p:nvSpPr>
          <p:cNvPr id="9" name="row rule 2"/>
          <p:cNvSpPr/>
          <p:nvPr/>
        </p:nvSpPr>
        <p:spPr>
          <a:xfrm>
            <a:off x="4297680" y="1984248"/>
            <a:ext cx="438912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人数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4名（友人グループ）</a:t>
            </a:r>
            <a:endParaRPr lang="en-US" sz="1400" dirty="0"/>
          </a:p>
        </p:txBody>
      </p:sp>
      <p:sp>
        <p:nvSpPr>
          <p:cNvPr id="12" name="row rule 3"/>
          <p:cNvSpPr/>
          <p:nvPr/>
        </p:nvSpPr>
        <p:spPr>
          <a:xfrm>
            <a:off x="4297680" y="2441448"/>
            <a:ext cx="438912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交通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新幹線のぞみ　博多 ⇄ 京都・新大阪</a:t>
            </a:r>
            <a:endParaRPr lang="en-US" sz="1400" dirty="0"/>
          </a:p>
        </p:txBody>
      </p:sp>
      <p:sp>
        <p:nvSpPr>
          <p:cNvPr id="15" name="row rule 4"/>
          <p:cNvSpPr/>
          <p:nvPr/>
        </p:nvSpPr>
        <p:spPr>
          <a:xfrm>
            <a:off x="4297680" y="2898648"/>
            <a:ext cx="438912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宿泊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なんば駅周辺のホテル　4人1室</a:t>
            </a:r>
            <a:endParaRPr lang="en-US" sz="1400" dirty="0"/>
          </a:p>
        </p:txBody>
      </p:sp>
      <p:sp>
        <p:nvSpPr>
          <p:cNvPr id="18" name="row rule 5"/>
          <p:cNvSpPr/>
          <p:nvPr/>
        </p:nvSpPr>
        <p:spPr>
          <a:xfrm>
            <a:off x="4297680" y="3355848"/>
            <a:ext cx="438912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9768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1人あたりの費用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297680" y="37947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約65,000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 円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交通・宿泊・入場料・食費・おみやげ代込み</a:t>
            </a:r>
            <a:endParaRPr lang="en-US" sz="11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行程表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2084832"/>
                <a:gridCol w="658368"/>
                <a:gridCol w="2084832"/>
                <a:gridCol w="658368"/>
                <a:gridCol w="2084832"/>
              </a:tblGrid>
              <a:tr h="38404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1日目　3/10（火）　京都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2日目　3/11（水）　USJ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3日目　3/12（木）　大阪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博多駅 出発（のぞみ）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朝食・ホテル出発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朝食・チェックアウト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10:40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京都駅 到着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8:15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USJ 入場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大阪城 天守閣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伏見稲荷大社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午前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ニンテンドー・ワールド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新世界で串カツ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錦市場で食べ歩き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パーク内でランチ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なんばでおみやげ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清水寺・産寧坂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午後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ハリー・ポッター ほか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新大阪駅 出発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祇園を散策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パーク内で夕食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18:10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博多駅 到着・解散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JRで大阪へ・ホテル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20:00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退園・ホテルへ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19:30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道頓堀で夕食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1日目　京都をめぐる</a:t>
            </a:r>
            <a:endParaRPr lang="en-US" sz="2600" dirty="0"/>
          </a:p>
        </p:txBody>
      </p:sp>
      <p:pic>
        <p:nvPicPr>
          <p:cNvPr id="3" name="photo title" descr="伏見稲荷大社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256032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伏見稲荷大社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朱色の千本鳥居がどこまでも続く、京都いちの写真スポット。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参拝無料</a:t>
            </a:r>
            <a:endParaRPr lang="en-US" sz="1100" dirty="0"/>
          </a:p>
        </p:txBody>
      </p:sp>
      <p:pic>
        <p:nvPicPr>
          <p:cNvPr id="7" name="photo nishiki" descr="錦市場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051560"/>
            <a:ext cx="2560320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錦市場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「京都の台所」とよばれる商店街。食べ歩きを楽しめます。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ランチ 約1,000円</a:t>
            </a:r>
            <a:endParaRPr lang="en-US" sz="1100" dirty="0"/>
          </a:p>
        </p:txBody>
      </p:sp>
      <p:pic>
        <p:nvPicPr>
          <p:cNvPr id="11" name="photo kiyomizu" descr="清水寺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051560"/>
            <a:ext cx="2560320" cy="1828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264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清水寺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「清水の舞台」から京都の街を一望。産寧坂の散策も。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拝観料 400円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2日目　USJで1日遊ぶ</a:t>
            </a:r>
            <a:endParaRPr lang="en-US" sz="2600" dirty="0"/>
          </a:p>
        </p:txBody>
      </p:sp>
      <p:pic>
        <p:nvPicPr>
          <p:cNvPr id="3" name="photo snw" descr="スーパー・ニンテンドー・ワール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023360" cy="2240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スーパー・ニンテンドー・ワールド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7673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マリオの世界に入りこめる人気エリア。パワーアップバンドでみんなで遊べます。</a:t>
            </a:r>
            <a:endParaRPr lang="en-US" sz="1200" dirty="0"/>
          </a:p>
        </p:txBody>
      </p:sp>
      <p:pic>
        <p:nvPicPr>
          <p:cNvPr id="6" name="photo hogwarts" descr="ハリー・ポッターのエリア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0233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3401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ハリー・ポッターのエリア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7673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ホグワーツ城とホグズミード村を再現。バタービールで乾杯！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1デイ・スタジオ・パス 約9,000円（日によって変動）　／　3月の平日なので比較的すいています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1日目夜・3日目　大阪を楽しむ</a:t>
            </a:r>
            <a:endParaRPr lang="en-US" sz="2600" dirty="0"/>
          </a:p>
        </p:txBody>
      </p:sp>
      <p:pic>
        <p:nvPicPr>
          <p:cNvPr id="3" name="photo dotonbori" descr="道頓堀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1828800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道頓堀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グリコの看板の前で記念撮影。たこ焼き・お好み焼きで夕食。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夕食 約1,500円</a:t>
            </a:r>
            <a:endParaRPr lang="en-US" sz="1100" dirty="0"/>
          </a:p>
        </p:txBody>
      </p:sp>
      <p:pic>
        <p:nvPicPr>
          <p:cNvPr id="7" name="photo osakajo" descr="大阪城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2267712"/>
            <a:ext cx="1828800" cy="1051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032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大阪城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27066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豊臣秀吉が築いたお城。天守閣から大阪の街を一望できます。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313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入館料 600円</a:t>
            </a:r>
            <a:endParaRPr lang="en-US" sz="1100" dirty="0"/>
          </a:p>
        </p:txBody>
      </p:sp>
      <p:pic>
        <p:nvPicPr>
          <p:cNvPr id="11" name="photo shinsekai" descr="新世界・通天閣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3483864"/>
            <a:ext cx="1828800" cy="10515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60320" y="3529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新世界・通天閣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2560320" y="3922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レトロな街で名物の串カツランチ。ビリケンさんにもごあいさつ。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223760" y="3529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昼食 約1,500円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hotel" descr="ホテルの客室（イメージ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宿泊ホテル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なんば駅周辺のシティホテル（2泊・朝食付き）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1人1泊 約</a:t>
            </a:r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6,000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 円</a:t>
            </a:r>
            <a:endParaRPr lang="en-US" sz="1600" dirty="0"/>
          </a:p>
        </p:txBody>
      </p:sp>
      <p:sp>
        <p:nvSpPr>
          <p:cNvPr id="6" name="hotel rule 1"/>
          <p:cNvSpPr/>
          <p:nvPr/>
        </p:nvSpPr>
        <p:spPr>
          <a:xfrm>
            <a:off x="457200" y="2423160"/>
            <a:ext cx="411480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514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駅から徒歩5分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道頓堀まで歩いて行けるので、夜も安心。</a:t>
            </a:r>
            <a:endParaRPr lang="en-US" sz="1200" dirty="0"/>
          </a:p>
        </p:txBody>
      </p:sp>
      <p:sp>
        <p:nvSpPr>
          <p:cNvPr id="9" name="hotel rule 2"/>
          <p:cNvSpPr/>
          <p:nvPr/>
        </p:nvSpPr>
        <p:spPr>
          <a:xfrm>
            <a:off x="457200" y="3172968"/>
            <a:ext cx="411480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264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4人1室で割安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57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みんなで同じ部屋。夜のおしゃべりも楽しみ。</a:t>
            </a:r>
            <a:endParaRPr lang="en-US" sz="1200" dirty="0"/>
          </a:p>
        </p:txBody>
      </p:sp>
      <p:sp>
        <p:nvSpPr>
          <p:cNvPr id="12" name="hotel rule 3"/>
          <p:cNvSpPr/>
          <p:nvPr/>
        </p:nvSpPr>
        <p:spPr>
          <a:xfrm>
            <a:off x="457200" y="3922776"/>
            <a:ext cx="4114800" cy="0"/>
          </a:xfrm>
          <a:prstGeom prst="line">
            <a:avLst/>
          </a:prstGeom>
          <a:noFill/>
          <a:ln w="9525">
            <a:solidFill>
              <a:srgbClr val="DDDAD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014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2泊とも同じホテル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306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USJへ電車で約30分。荷物を持ち歩かなくてよい。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4800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写真は大阪市内のホテル客室の例です</a:t>
            </a:r>
            <a:endParaRPr lang="en-US" sz="9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予算書（1人あたり）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金額（円）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新幹線 往復（学割）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28,500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宿泊費（2泊・朝食付き）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12,000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USJ チケット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9,000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食費（昼・夕 計5回）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7,500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おみやげ・予備費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4,500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現地の電車・地下鉄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拝観料・入館料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65,000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合計（1人あたり）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417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約65,000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 円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費用をおさえるくふう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学割で新幹線の乗車券が2割引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4人1室で宿泊費を節約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平日出発でホテルも安め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※金額は目安です。時期・予約状況により変わります。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osakajo" descr="桜と大阪城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mmary shade"/>
          <p:cNvSpPr/>
          <p:nvPr/>
        </p:nvSpPr>
        <p:spPr>
          <a:xfrm>
            <a:off x="0" y="2148840"/>
            <a:ext cx="9144000" cy="299466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このプランをおすすめする理由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京都・大阪・USJを一度に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歴史・グルメ・テーマパークを3日間で全部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高校生にやさしい費用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学割・4人1室・平日出発で約6.5万円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移動がラクで安心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新幹線で乗り換えなし、ホテルも2泊同じ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最高の卒業旅行にしましょう。ご清聴ありがとうございました。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写真出典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伏見稲荷大社：Luka Peternel／CC BY-SA 4.0（Wikimedia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錦市場：Hyppolyte de Saint-Rambert／CC BY-SA 4.0（Wikimedia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清水寺：Vinodmp／CC BY-SA 3.0（Wikimedia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スーパー・ニンテンドー・ワールド：archive 2025 ark／CC0（Wikimedia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ハリー・ポッターのエリア：Tokumeigakarinoaoshima／CC0（Wikimedia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道頓堀：Schellack／CC BY-SA 3.0（Wikimedia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大阪城：Luka Peternel／CC BY-SA 4.0（Wikimedia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新世界・通天閣：Sakai Yayoi／CC0（Wikimedia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ホテル客室：J o／CC BY-SA 3.0（Wikimedia Commons）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新幹線：N509FZ／CC BY-SA 4.0（Wikimedia Commons）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すべてWikimedia Commonsの自由ライセンス写真を使用しています（一部トリミング）。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tsugyo Ryoko Photo">
  <a:themeElements>
    <a:clrScheme name="Sotsugyo Ryoko Photo">
      <a:dk1>
        <a:srgbClr val="1E1E1E"/>
      </a:dk1>
      <a:lt1>
        <a:srgbClr val="FFFFFF"/>
      </a:lt1>
      <a:dk2>
        <a:srgbClr val="2B2B2B"/>
      </a:dk2>
      <a:lt2>
        <a:srgbClr val="F3F1EE"/>
      </a:lt2>
      <a:accent1>
        <a:srgbClr val="C8392F"/>
      </a:accent1>
      <a:accent2>
        <a:srgbClr val="8C8C8C"/>
      </a:accent2>
      <a:accent3>
        <a:srgbClr val="B88A3B"/>
      </a:accent3>
      <a:accent4>
        <a:srgbClr val="4F6F52"/>
      </a:accent4>
      <a:accent5>
        <a:srgbClr val="5A5A5A"/>
      </a:accent5>
      <a:accent6>
        <a:srgbClr val="A0A0A0"/>
      </a:accent6>
      <a:hlink>
        <a:srgbClr val="C8392F"/>
      </a:hlink>
      <a:folHlink>
        <a:srgbClr val="5A5A5A"/>
      </a:folHlink>
    </a:clrScheme>
    <a:fontScheme name="Sotsugyo Ryoko Photo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卒業旅行プラン 京都・大阪 2泊3日</dc:title>
  <dc:subject>PptxGenJS Presentation</dc:subject>
  <dc:creator>ソフトウェア活用 2学期課題</dc:creator>
  <cp:lastModifiedBy>ソフトウェア活用 2学期課題</cp:lastModifiedBy>
  <cp:revision>1</cp:revision>
  <dcterms:created xsi:type="dcterms:W3CDTF">2026-10-21T00:53:15Z</dcterms:created>
  <dcterms:modified xsi:type="dcterms:W3CDTF">2026-10-21T00:53:15Z</dcterms:modified>
</cp:coreProperties>
</file>